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3657600" cy="3657600"/>
          </a:xfrm>
          <a:prstGeom prst="ellipse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234440" cy="274320"/>
          </a:xfrm>
          <a:prstGeom prst="roundRect">
            <a:avLst>
              <a:gd name="adj" fmla="val 2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66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Nick Abasolo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14173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Designer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 ·  Workstream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7731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8321040" cy="20117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36192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Senior Product Designer focused on the operational layer of software — compliance systems, workflows, and everyday tools that sit between a business's rules and the people carrying them out.</a:t>
            </a:r>
            <a:endParaRPr lang="en-US" sz="13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past three years, I've been at Workstream building a 0 → 1 mobile platform for the hourly workforce. What started as an ambiguous brief became a compliance engine, a labour cost tool, a shared-device tablet experience, and a time clock that reduced payroll error reviews by 31%.</a:t>
            </a:r>
            <a:endParaRPr lang="en-US" sz="13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background is in economics and government policy — which explains why I default to ROI framing and treat design problems as systems problems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457200"/>
            <a:ext cx="2331720" cy="434340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56832" y="594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656832" y="8961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Toronto, Canada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56832" y="1389888"/>
            <a:ext cx="1920240" cy="20117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56832" y="19019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Workstream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56832" y="2395728"/>
            <a:ext cx="1920240" cy="20117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656832" y="29077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Economics &amp; Policy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56832" y="3401568"/>
            <a:ext cx="1920240" cy="20117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656832" y="39136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to roles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20624"/>
            <a:ext cx="5029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20624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8321040" cy="20117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44752"/>
            <a:ext cx="5029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777240" y="270662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Clock · Workstream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44752"/>
            <a:ext cx="5029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353312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$75k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352044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SAVINGS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5204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Cost · Workstream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444752"/>
            <a:ext cx="5029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353312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800" dirty="0"/>
          </a:p>
        </p:txBody>
      </p:sp>
      <p:sp>
        <p:nvSpPr>
          <p:cNvPr id="16" name="Text 14"/>
          <p:cNvSpPr/>
          <p:nvPr/>
        </p:nvSpPr>
        <p:spPr>
          <a:xfrm>
            <a:off x="626364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 COVERED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636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 · Workstream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1261872"/>
            <a:ext cx="20117" cy="2377440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261872"/>
            <a:ext cx="20117" cy="2377440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43400" cy="5143500"/>
          </a:xfrm>
          <a:prstGeom prst="rect">
            <a:avLst/>
          </a:prstGeom>
          <a:solidFill>
            <a:srgbClr val="292524"/>
          </a:solidFill>
          <a:ln w="12700">
            <a:solidFill>
              <a:srgbClr val="292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703320" cy="329184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 / Screenshot 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297680"/>
            <a:ext cx="4343400" cy="84582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Clock  ·  Workstream  ·  Q4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548640"/>
            <a:ext cx="5029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4754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Eliminating payroll errors at the source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5910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 ·  Q4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938528"/>
            <a:ext cx="3931920" cy="20117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06654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lose hours every week auditing timecard errors. I redesigned the worker's time clock experience to prevent error audits before they even happened.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3273552"/>
            <a:ext cx="960120" cy="24688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27355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25312" y="3273552"/>
            <a:ext cx="685800" cy="24688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327355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684264" y="3273552"/>
            <a:ext cx="932688" cy="24688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4264" y="3273552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690104" y="3273552"/>
            <a:ext cx="914400" cy="24688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0104" y="32735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892040" y="3749040"/>
            <a:ext cx="3931920" cy="20117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86791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989320" y="4078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review volume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0" y="1152144"/>
            <a:ext cx="914400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298448"/>
            <a:ext cx="9144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end-to-end projects from Workstream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Nick Abasolo — Portfolio</dc:title>
  <dc:subject>PptxGenJS Presentation</dc:subject>
  <dc:creator>Nick Abasolo</dc:creator>
  <cp:lastModifiedBy>Nick Abasolo</cp:lastModifiedBy>
  <cp:revision>1</cp:revision>
  <dcterms:created xsi:type="dcterms:W3CDTF">2026-03-20T19:42:23Z</dcterms:created>
  <dcterms:modified xsi:type="dcterms:W3CDTF">2026-03-20T19:42:23Z</dcterms:modified>
</cp:coreProperties>
</file>